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83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Enrichment Budget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Genetic Algorithm for Lead Allocation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 Perezalonso  |  IFSA CS38-09  |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754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64008" cy="2926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Hermes SDR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scrapes leads from Google Places (FL brokerages, insurance, finance), enriches each via Gemini Flash LLM, and sends personalized cold emails.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enrichment costs ~$0.002 and 30% of leads fail (no email found). With a tight daily budget, FIFO ordering wastes money on low-value leads.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3017520" cy="292608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3716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0" y="2606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leads with estimated values and costs, and a fixed daily budget B, which subset should we enrich to maximize total expected value?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$0.002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enrichment call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38328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leads fail enrichment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12648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 daily pool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0/1 Knapsack Problem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5029200" cy="2316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Knapsack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Enrichment 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prospected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cᵢ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Enrichment cost in dollars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vᵢ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value (deal size × reply probability)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enrichment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xᵢ ∈ {0,1}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 this lead or skip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51560"/>
            <a:ext cx="2651760" cy="20574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179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NP-Complete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0" y="1645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200 leads there are 2²⁰⁰ ≈ 1.6×10⁶⁰ possible subsets — more than atoms in the observable universe.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Standard Approaches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4023360"/>
            <a:ext cx="64008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012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Programming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optimum in O(N·B) — pseudo-polynomial. Works when B is small.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40233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4023360"/>
            <a:ext cx="64008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7492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Heuristic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7492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value/cost ratio, fill top-down. O(N log N). Fast but can be arbitrarily bad.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Estimating Lead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vᵢ  =  deal_sizeᵢ  ×  P(replyᵢ)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from enriching and contacting the lead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7947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64008" cy="24688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77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Size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9260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employees ≥ 50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otherwise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709160" y="2240280"/>
            <a:ext cx="37947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2240280"/>
            <a:ext cx="64008" cy="24688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Reply Probability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074920" y="2880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model with hand-tuned coefficients calibrated to Hermes's observed 5–40% reply rates (mean ~18%).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74920" y="3611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rating (+0.6), log reviews (+0.3), has website (+0.4), is real estate (+0.2)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hand-tuned priors, not learned — will be replaced by a trained model once enough closed deals exist.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Genetic Algorithm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3794760" cy="137160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Chromosome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1463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bits — bit i = 1 means "enrich lead i"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Σvᵢ for selected leads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Overbudget penalty: fitness × 0.01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3794760" cy="137160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463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50  |  Generations: 100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size: 3  |  Elitism: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Crossover: 0.8  |  Mutation: 0.02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Generation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3154680"/>
            <a:ext cx="1920240" cy="169164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7724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Elitism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chromosomes pass unchanged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88920" y="3154680"/>
            <a:ext cx="1920240" cy="169164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8892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92608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Tournament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92608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3, keep fittest (×2 for parents)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937760" y="3154680"/>
            <a:ext cx="1920240" cy="169164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3776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507492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Uniform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Crossover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07492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flip per bit, rate 0.8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086600" y="3154680"/>
            <a:ext cx="1920240" cy="169164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08660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22376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Mutate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Repair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22376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bit-flip; drop low-ratio leads if overbudget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Solvers Compared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005840"/>
            <a:ext cx="260604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600200"/>
            <a:ext cx="2240280" cy="50292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~15 lines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248716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leads by value/cost ratio. Walk down the list, if a lead fits in the remaining budget, take it. Never backtrack.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520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7216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optimality guarantee in general, but often near-optimal when costs are small relative to budget.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4617720"/>
            <a:ext cx="2606040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4617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leads: &lt; 0.001s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0" y="100584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474720" y="1005840"/>
            <a:ext cx="260604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Programming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657600" y="1600200"/>
            <a:ext cx="2240280" cy="50292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79476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· B)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~40 lines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5760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0" y="248716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2D table of (lead, capacity) pairs. At each cell, decide: take this lead or skip it? Backtrack to reconstruct the solution.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0" y="3520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optimum. Provably correct. Fast when B is small.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474720" y="4617720"/>
            <a:ext cx="2606040" cy="2286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74720" y="4617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leads: 0.21s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309360" y="100584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309360" y="1005840"/>
            <a:ext cx="2606040" cy="64008"/>
          </a:xfrm>
          <a:prstGeom prst="rect">
            <a:avLst/>
          </a:prstGeom>
          <a:solidFill>
            <a:srgbClr val="155E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49224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Genetic Algorithm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92240" y="1600200"/>
            <a:ext cx="2240280" cy="50292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62940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E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O(G · P · N)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~180 lines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9224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92240" y="248716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population of bit-string solutions over 100 generations using selection, crossover, mutation, and budget repair.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92240" y="3520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92240" y="37216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guarantee, but reaches 99.86% of optimum. Flexible: fitness function can encode any objective.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309360" y="4617720"/>
            <a:ext cx="2606040" cy="228600"/>
          </a:xfrm>
          <a:prstGeom prst="rect">
            <a:avLst/>
          </a:prstGeom>
          <a:solidFill>
            <a:srgbClr val="155E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309360" y="4617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leads: 0.15s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GA vs. Baselines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200-lead pool  |  Budget = $0.2142 (60% of total pool cost)  |  Seed 42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48463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280160"/>
            <a:ext cx="466344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431596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234440"/>
          <a:ext cx="2971800" cy="18105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Opt.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(avg)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$74,974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(best)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$93,304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(exact)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715000" y="3154680"/>
            <a:ext cx="2971800" cy="11430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5715000" y="31546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99.86%</a:t>
            </a:r>
            <a:endParaRPr lang="en-US" sz="3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exact optimum</a:t>
            </a:r>
            <a:endParaRPr lang="en-US" sz="3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by GA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 Convergence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57607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051560"/>
            <a:ext cx="5577840" cy="3520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457200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629400" y="1005840"/>
            <a:ext cx="2057400" cy="37490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66560" y="1188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766560" y="164592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fitness rises sharply in the first few generations, then plateaus near the DP optimum.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average is noisier — mutation perturbs non-elite members.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start matters: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initial population seeded from greedy solution with random bit flips.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Sensitivity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38404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051560"/>
            <a:ext cx="3657600" cy="2423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493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Mutation Rate Sensitivity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663440" y="1005840"/>
            <a:ext cx="402336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54880" y="1051560"/>
            <a:ext cx="3840480" cy="2423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54880" y="34930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Population Size vs. Runtime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640080" y="3840480"/>
            <a:ext cx="3840480" cy="10058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82296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is more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2296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mutation (1–2%) hits DP optimum on every seed. High mutation destroys good solutions faster than it finds new ones.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3840480"/>
            <a:ext cx="4023360" cy="10058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484632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is better (linear cost)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84632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population doubles runtime but modestly improves mean fitness. Pop = 200 reaches exact optimum on 2 of 5 seeds.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&amp; Budget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84048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051560"/>
            <a:ext cx="3657600" cy="2240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310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Solution Quality vs. Pool Size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63440" y="1005840"/>
            <a:ext cx="402336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51560"/>
            <a:ext cx="3840480" cy="2240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3101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7: Budget Tightness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3840480" cy="12344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822960" y="3730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Findings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3977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N=50, GA beats greedy by 1.4% and ties DP exactly. At N=500, greedy ties DP. GA is most valuable when the knapsack is genuinely combinatorial.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657600"/>
          <a:ext cx="4023360" cy="12192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$21,983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$47,848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$47,857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$47,863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$93,304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$93,174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$233,548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$232,968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$233,548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Chromosome Diversity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786384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051560"/>
            <a:ext cx="7680960" cy="2606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767328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8: Top-10 GA solutions across 10 seeds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41605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columns are solid blue: all 10 runs agree those leads should be enriched. Speckled columns are borderline leads at the budget frontier. This is the expected behavior — high agreement on obvious picks, disagreement only on marginal ones.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3794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051560"/>
            <a:ext cx="379476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Greedy Ties DP Here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Costs are small and bunched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cost tiers ($0.001, $0.002, $0.003), all tiny relative to the $0.2142 budget. Greedy rarely gets "stuck."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Many items, loose budget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fits 128 of 200 items (64%). When most items are taken anyway, the problem approaches fractional knapsack where greedy is optimal.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794760" cy="338328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GA Still Matters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37760" y="173736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requires the objective to be a sum of independent per-item values under a single linear constraint.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GA's fitness function is just Python.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constraint or interaction can be added in a few lines — diversity across business types, city concentration penalties, pairwise lead reinforcement, etc.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lesson: when an exact baseline is affordable, build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Reflex to Utility Agent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794760" cy="219456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600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Reflex Agent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0574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rule: "if lead status = new, queue it."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reasoning about which lead is better.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ordering — first in, first enriched.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0" y="1783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3794760" cy="219456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0916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600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Utility-Based Agent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983480" y="20574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lead a utility (expected value).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budget-constrained allocation.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total utility — not just order.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0080" y="4069080"/>
            <a:ext cx="2606040" cy="91440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Values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4389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Hand-tuned priors, not learned from real reply data — will swap in trained model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74720" y="4069080"/>
            <a:ext cx="2606040" cy="91440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1188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Single-Day Horizon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611880" y="4389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is independent; a multi-day stochastic framing would be more accurate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09360" y="4069080"/>
            <a:ext cx="2606040" cy="91440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4652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Pool Size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46520" y="4389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leads — larger pools (10K+) would let the GA differentiate on runtime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8229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Budget Optimizer  •  Genetic Algorithm for Lead Allocation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 Perezalonso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1265</Words>
  <Application>Microsoft Macintosh PowerPoint</Application>
  <PresentationFormat>On-screen Show (16:9)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Enrichment Budget Optimizer</dc:title>
  <dc:subject>PptxGenJS Presentation</dc:subject>
  <dc:creator>Enrique Perezalonso</dc:creator>
  <cp:lastModifiedBy>Perezalonso, Enrique</cp:lastModifiedBy>
  <cp:revision>2</cp:revision>
  <dcterms:created xsi:type="dcterms:W3CDTF">2026-04-27T10:27:39Z</dcterms:created>
  <dcterms:modified xsi:type="dcterms:W3CDTF">2026-04-27T12:30:53Z</dcterms:modified>
</cp:coreProperties>
</file>